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43</TotalTime>
  <Words>142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Abdullah Khan/DFS/PSH</cp:lastModifiedBy>
  <cp:revision>36</cp:revision>
  <dcterms:created xsi:type="dcterms:W3CDTF">2024-07-03T21:35:18Z</dcterms:created>
  <dcterms:modified xsi:type="dcterms:W3CDTF">2026-06-14T07:19:14Z</dcterms:modified>
</cp:coreProperties>
</file>